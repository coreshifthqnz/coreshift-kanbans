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16916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&amp; Loop Engineering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AI-engineering consensus: build the harness and the loop, not an autonomous agent.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Coreshift HQ</a:t>
            </a:r>
            <a:pPr indent="0" marL="0">
              <a:buNone/>
            </a:pPr>
            <a:r>
              <a:rPr lang="en-US" sz="1300" dirty="0">
                <a:solidFill>
                  <a:srgbClr val="9F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Standout of the week   ·   Source: Latent Space — AIEWF 2026 recap (14 Jul 2026)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 moved — from the agent to the harness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  <a:effectLst>
            <a:outerShdw sx="100000" sy="100000" kx="0" ky="0" algn="bl" rotWithShape="0" blurRad="101600" dist="38100" dir="5400000">
              <a:srgbClr val="9BB6B6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 mindset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the agent more autonomous.”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model, more tools, fewer humans in the way.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treated as the goal and the scoreboard.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left to the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7FA9A9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consensus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317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“Engineer the harness around the agent.”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context, permissions, evals, persistent state.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 is neither reliable nor desirable.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property you design in.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Week of 20 Jul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“Harness engineering” — the real work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Lilian Weng's framing: the harness is everything around the model that makes it work reliably. Five parts: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1783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and their order — what runs, when, and what gates each stage.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624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262432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feed in: rules, examples, scoped slices — kept tight, not dumped.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4655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346557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may touch; fail-closed on file-mutating &amp; outbound actions.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43068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0" y="430682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 signal the agent is measured and iterated against.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5148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514807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carries between steps so it can improve, not restart.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Week of 20 Jul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engineering: who owns which loop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0B2A3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owns 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&amp; intent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— defining what “good” means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review (migrations, prod, outbound comms)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9BB6B6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runs it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— the actual doing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against the eval / verifier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steps, delegated to cheaper 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Week of 20 Jul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chase full autonomy?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745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sweet spot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plan the work and review every change — the level that keeps software reliable (Cole Medin).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0" y="178308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reliable.  </a:t>
            </a:r>
            <a:pPr indent="0" marL="0">
              <a:buNone/>
            </a:pPr>
            <a:r>
              <a:rPr lang="en-US" sz="16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Hands-off automation drops the tight, well-fed context and the human diff-review that catch errors before they ship.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389120" y="306324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B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desirable.  </a:t>
            </a:r>
            <a:pPr indent="0" marL="0">
              <a:buNone/>
            </a:pPr>
            <a:r>
              <a:rPr lang="en-US" sz="16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everything off accrues “cognitive debt” — the team stops understanding the system and can't reason about it when it breaks.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389120" y="45720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win.  </a:t>
            </a:r>
            <a:pPr indent="0" marL="0">
              <a:buNone/>
            </a:pPr>
            <a:r>
              <a:rPr lang="en-US" sz="165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harness plus a human on the outer loop — not maximal autonomy.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Week of 20 Jul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wider signal: 5 trends from AIEWF 2026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9BB6B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228600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7157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around the agent is the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9BB6B6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6733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9432" y="228600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engineering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27157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own the outer loop; agents the inner.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6B6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94192" y="16733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4192" y="228600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factories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4192" y="27157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adopt AI via forward-deployed engineers.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6B6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9593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4672" y="457200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agents &gt; IDE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4672" y="50017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Codex &amp; co. become the primary interface.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370332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  <a:effectLst>
            <a:outerShdw sx="100000" sy="100000" kx="0" ky="0" algn="bl" rotWithShape="0" blurRad="76200" dist="25400" dir="5400000">
              <a:srgbClr val="9BB6B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9432" y="39593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99432" y="457200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everywhere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99432" y="500176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Markdown knowledge; fewer, smaller, tested.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Week of 20 Jul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ties our practices together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isn't a new topic so much as the frame connecting the ones we already track: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40480" y="1874520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harness's success signal — write the eval first, keep it adversarially robust.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07792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0779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40480" y="2907792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Markdown units in the workflow — small, single-purpose, tested.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41064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4106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0" y="3941064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tight, well-fed window; scope long jobs into sub-agents.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74336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97433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routing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40480" y="4974336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harness waste (caching, scoped context, capped budgets) before blaming the model bill.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Week of 20 Jul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2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apply it at Coreshift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3898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what we build as the harness and the loop — not an autonomous agent.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2128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owns the outer loop: direction, evals, and high-risk review (migrations, prod, outbound).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0358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the inner loop: execution, iterating against a verifier, mechanical work on cheaper models.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8587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context window tight; scope long jobs into sub-agents rather than one rotting thread.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46817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harness waste — caching, scoped context, capped budgets — before reaching for a bigger model.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55778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55046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agent-run task ships with an explicit success check; keep humans reading the diffs.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harness. Own the loop.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shipping an autonomous agent — you're engineering the system it runs inside, and keeping a human on the loop that matters.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0749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</a:t>
            </a:r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 — “5 Trends That Defined AI Engineering at World's Fair 2026” (14 Jul 2026) · Lilian Weng, “Harness Engineering for Self-Improvement” · Cole Medin, “The Best AI Coding Setup Isn't the Most Autonomous One” (3 Jul 2026).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Coreshift HQ · Week of 20 Jul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2026-07-19T19:17:13Z</dcterms:created>
  <dcterms:modified xsi:type="dcterms:W3CDTF">2026-07-19T19:17:13Z</dcterms:modified>
</cp:coreProperties>
</file>
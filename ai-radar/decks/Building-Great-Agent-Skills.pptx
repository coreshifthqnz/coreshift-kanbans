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NOTES  ·  AI ENGINEER WORLD'S FAIR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Great Agent Skills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Manual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5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4-part checklist for writing skills that actually work — and the engineering habits worth stealing for how we build at Coreshift.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Matt Pocock / AI Engineer  ·  youtube.com/watch?v=UNzCG3lw6O0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skill hell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Plenty of skills to download — but no shared way to tell a good one from a bad 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391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83080" y="2002536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hell → framework hell → skill hell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3774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newest trap: piles of freely available skills nobody understands well enough to combine.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44952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20954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83080" y="31729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rubric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354787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can't look at a skill and say what it does well or badly — so we can't improve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15384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3799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83080" y="434340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"Just one more skill, bro"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471830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skills ≠ better results. The promised payoff never quite lands.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385816"/>
            <a:ext cx="10515600" cy="1024128"/>
          </a:xfrm>
          <a:prstGeom prst="roundRect">
            <a:avLst>
              <a:gd name="adj" fmla="val 7143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55504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783080" y="551383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for orgs too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3080" y="588873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have no method for turning their operating procedures into things an agent can reliably 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skill checklist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to inspect and improve in every skill.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11343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1056" y="242316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633" y="2694737"/>
            <a:ext cx="462686" cy="462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118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51560" y="452628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5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skill is invoked — user vs model.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529584" y="201168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11343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2423160"/>
            <a:ext cx="1005840" cy="10058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57" y="2694737"/>
            <a:ext cx="462686" cy="462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36118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29584" y="39776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3758184" y="452628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5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+ reference; keep SKILL.md tiny.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236208" y="201168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11343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04304" y="2423160"/>
            <a:ext cx="1005840" cy="10058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81" y="2694737"/>
            <a:ext cx="462686" cy="462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36208" y="36118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236208" y="39776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Steering</a:t>
            </a:r>
            <a:endParaRPr lang="en-US" sz="2300" dirty="0"/>
          </a:p>
        </p:txBody>
      </p:sp>
      <p:sp>
        <p:nvSpPr>
          <p:cNvPr id="21" name="Text 16"/>
          <p:cNvSpPr/>
          <p:nvPr/>
        </p:nvSpPr>
        <p:spPr>
          <a:xfrm>
            <a:off x="6464808" y="452628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5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words + right-sized leg work.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8942832" y="201168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11343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10928" y="242316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505" y="2694737"/>
            <a:ext cx="462686" cy="4626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42832" y="36118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942832" y="39776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</a:t>
            </a:r>
            <a:endParaRPr lang="en-US" sz="2300" dirty="0"/>
          </a:p>
        </p:txBody>
      </p:sp>
      <p:sp>
        <p:nvSpPr>
          <p:cNvPr id="27" name="Text 21"/>
          <p:cNvSpPr/>
          <p:nvPr/>
        </p:nvSpPr>
        <p:spPr>
          <a:xfrm>
            <a:off x="9171432" y="4526280"/>
            <a:ext cx="20848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5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duplication, sediment, no-ops.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40080" cy="6400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675742"/>
            <a:ext cx="294437" cy="294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Trigger — how it's invoked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deliberately: user-invoked or model-invoked. Neither is free.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5166360" cy="4069080"/>
          </a:xfrm>
          <a:prstGeom prst="roundRect">
            <a:avLst>
              <a:gd name="adj" fmla="val 1798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488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1305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User-invoked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097280" y="2788920"/>
            <a:ext cx="4617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in context → zero context load.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full control — predictable, no "did it trigger?" problem.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higher cognitive load on you — you must know it exists and when to use it.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disable-model-invocation: true to make a skill user-only.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17920" y="1920240"/>
            <a:ext cx="5166360" cy="4069080"/>
          </a:xfrm>
          <a:prstGeom prst="roundRect">
            <a:avLst>
              <a:gd name="adj" fmla="val 1798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488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86600" y="21305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Model-invoked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6492240" y="2788920"/>
            <a:ext cx="4617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lives permanently in context; agent decides when to read it.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— but adds context load (tokens + one more thing to weigh).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Unpredictable: even a perfect-fit skill may not get invoked.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you to write evals to confirm it fires at the right time.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it's not "pick one" — both carry real costs. Choose per skill.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675742"/>
            <a:ext cx="294437" cy="294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Structure — the internal layout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15727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97280" y="20116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step-by-step procedure the skill walks through.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5727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92240" y="20116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info the steps need (templates, definitions).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3200400"/>
            <a:ext cx="10561320" cy="2743200"/>
          </a:xfrm>
          <a:prstGeom prst="roundRect">
            <a:avLst>
              <a:gd name="adj" fmla="val 3333"/>
            </a:avLst>
          </a:prstGeom>
          <a:solidFill>
            <a:srgbClr val="0B202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143000" y="3383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SKILL.md as small as possible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43000" y="38862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skills are easier to maintain and audit, and every word shaved is a token shaved on every use.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3000" y="438912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lever: look at the skill's branches — the different ways it can be used.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used in only one branch? Move it behind a context pointer ("if you need X, go to this file").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Single-branch skill → keep reference inline.  Multi-branch skill → push each branch's material out behind pointers.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40080" cy="64008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675742"/>
            <a:ext cx="294437" cy="294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Steering — make it actually do the thing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10561320" cy="2240280"/>
          </a:xfrm>
          <a:prstGeom prst="roundRect">
            <a:avLst>
              <a:gd name="adj" fmla="val 3265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16276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words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097280" y="21031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meaning-dense phrases that trigger the model's prior. Put the phrase in the skill; the agent repeats it in its reasoning traces — which steers behaviour. Use them consistently, and verify by watching the traces echo the phrase.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8641080" y="20574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0B2027"/>
          </a:solidFill>
          <a:ln/>
        </p:spPr>
      </p:sp>
      <p:sp>
        <p:nvSpPr>
          <p:cNvPr id="10" name="Text 6"/>
          <p:cNvSpPr/>
          <p:nvPr/>
        </p:nvSpPr>
        <p:spPr>
          <a:xfrm>
            <a:off x="8823960" y="21762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823960" y="24323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"vertical slice"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8823960" y="288950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packs a whole intent into two words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" y="3840480"/>
            <a:ext cx="10561320" cy="2331720"/>
          </a:xfrm>
          <a:prstGeom prst="roundRect">
            <a:avLst>
              <a:gd name="adj" fmla="val 3137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0690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40507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 work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097280" y="4526280"/>
            <a:ext cx="9784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Sometimes the agent under-invests in a step (classic: plan mode rushes clarifying questions because it can see the real goal is the plan).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split the step into its own skill so the agent sees only one step at a time — hiding the future goal forces more leg work now.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split everything — reach for it only when a phase needs an extra chunk of effort.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640080" cy="6400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675742"/>
            <a:ext cx="294437" cy="294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Pruning — minimise &amp; spot failure modes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skills are usually a symptom. Run a final pass for three failure modes.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228600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855" y="2495855"/>
            <a:ext cx="357530" cy="357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200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Duplication (DRY)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43000" y="365760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of reference gets one source of truth — don't restate a template or definition in multiple places.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370832" y="196596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90872" y="2286000"/>
            <a:ext cx="777240" cy="7772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727" y="2495855"/>
            <a:ext cx="357530" cy="3575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90872" y="3200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Sediment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690872" y="365760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docs accumulate cruft as people add but never delete. Re-examine structure; move to the right branch or kill stale material.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918704" y="196596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38744" y="2286000"/>
            <a:ext cx="777240" cy="7772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599" y="2495855"/>
            <a:ext cx="357530" cy="3575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38744" y="3200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No-ops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8238744" y="365760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that looks instructive but doesn't change behaviour. Use the deletion test: remove it — if nothing changes, leave it removed.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822960" y="5440680"/>
            <a:ext cx="10561320" cy="777240"/>
          </a:xfrm>
          <a:prstGeom prst="roundRect">
            <a:avLst>
              <a:gd name="adj" fmla="val 9412"/>
            </a:avLst>
          </a:prstGeom>
          <a:solidFill>
            <a:srgbClr val="0B2027"/>
          </a:solidFill>
          <a:ln/>
        </p:spPr>
      </p:sp>
      <p:sp>
        <p:nvSpPr>
          <p:cNvPr id="22" name="Text 16"/>
          <p:cNvSpPr/>
          <p:nvPr/>
        </p:nvSpPr>
        <p:spPr>
          <a:xfrm>
            <a:off x="1097280" y="5440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sweep:  trigger fires at the right time  →  structure into steps + reference  →  steer with leading words &amp; leg work  →  prune sediment, crud, no-ops.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Stealing this for how we build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discipline maps onto our apps &amp; sites — tuned for Cloudflare Workers + Supabase.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66360" cy="2057400"/>
          </a:xfrm>
          <a:prstGeom prst="roundRect">
            <a:avLst>
              <a:gd name="adj" fmla="val 4444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21408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790" y="2318918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488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slices, not layers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29260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one feature end-to-end (DB → Supabase → UI) before fanning out. Make "vertical slice" a team leading word.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166360" cy="2057400"/>
          </a:xfrm>
          <a:prstGeom prst="roundRect">
            <a:avLst>
              <a:gd name="adj" fmla="val 4444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21408"/>
            <a:ext cx="731520" cy="7315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750" y="2318918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488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source of truth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9260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Supabase types, shared validation, one config story. RLS owns authz — don't re-check in every Worker.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4087368"/>
            <a:ext cx="5166360" cy="2057400"/>
          </a:xfrm>
          <a:prstGeom prst="roundRect">
            <a:avLst>
              <a:gd name="adj" fmla="val 4444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97280" y="4379976"/>
            <a:ext cx="731520" cy="7315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790" y="4577486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40740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test in PRs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143000" y="518464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you remove anything that no longer changes behaviour?" Cut no-ops; favour deleting over adding.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4087368"/>
            <a:ext cx="5166360" cy="2057400"/>
          </a:xfrm>
          <a:prstGeom prst="roundRect">
            <a:avLst>
              <a:gd name="adj" fmla="val 4444"/>
            </a:avLst>
          </a:prstGeom>
          <a:solidFill>
            <a:srgbClr val="F4F8F8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379976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4577486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40740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gates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537960" y="518464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before migrations &amp; prod deploys. Use Supabase branches and preview deploys as the risky-step checkpoint.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463040"/>
            <a:ext cx="4114800" cy="41148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Escape skill hell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surface · one source of truth · thin slices first · delete what doesn't change behaviour.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4472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3832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"vertical slice" as shared vocabulary in planning &amp; reviews.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01421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950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deletion-test prompt to our PR template.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8114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51713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sediment sweep of docs, agent-instruction files &amp; infra.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4807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508406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migrations and prod deploys behind explicit confirmation.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the "writing great skills" skill in Matt's repo  ·  newsletter at aihero.dev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Great Agent Skills — The Missing Manual</dc:title>
  <dc:subject>PptxGenJS Presentation</dc:subject>
  <dc:creator>Coreshift</dc:creator>
  <cp:lastModifiedBy>Coreshift</cp:lastModifiedBy>
  <cp:revision>1</cp:revision>
  <dcterms:created xsi:type="dcterms:W3CDTF">2026-06-29T23:45:44Z</dcterms:created>
  <dcterms:modified xsi:type="dcterms:W3CDTF">2026-06-29T23:45:44Z</dcterms:modified>
</cp:coreProperties>
</file>
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PRACTICE RADAR · STANDOUT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 &amp; Self-Verifying Agents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get reliable when you give them a way to check their own work.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30 Jun 2026  ·  Sources: Andrej Karpathy (Software 3.0) · LangChain June 2026 newsletter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shift this week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convergence across the sources we track: tooling is moving the verification step inside the agent loop.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SOFTWARE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Automates what you can specify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exact rules. If you can't state the procedure precisely, you can't automate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AGENTS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what you can verify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75120" y="361188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supply a success check. If a correct answer can be tested, scored, or proven, the model can be pushed to produce it.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Andrej Karpathy's framing of “Software 3.0”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every task by verifiability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anything can be made verifiable to some degree — the question is how much, and at what cost.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now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8862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signal is clear, fast, and needs no human.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5074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pass/fail · schema &amp; format checks · does it compile / run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201168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008" y="233172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36008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checkpoint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36008" y="38862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can be judged, but judging needs context or taste.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36008" y="5074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emails · summaries · research briefs · migrations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91856" y="201168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11896" y="2331720"/>
            <a:ext cx="868680" cy="8686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8311896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11896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yet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11896" y="38862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in principle, but no checking environment exists.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11896" y="5074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· aesthetics · long-horizon strategy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wire V1 checks straight into the agent loop; keep a person on the V2 gate; don't hand V3 to an agent and pretend it can self-grade.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is catching up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400800" cy="4206240"/>
          </a:xfrm>
          <a:prstGeom prst="roundRect">
            <a:avLst>
              <a:gd name="adj" fmla="val 2609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6459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— Deep Agents “RubricMiddleware”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286000"/>
            <a:ext cx="5760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agent an explicit rubric.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grades its own output against that rubric.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iterating until the work meets the criteria.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V1 verification, operationalised inside the loop.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45720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 the June 2026 LangChain newsletter (25 Jun) alongside an on-call triage copilot that leans on the same idea: a clean pass/fail signal makes the loop trustworthy.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37160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023E48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3524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35240" y="2148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verifier first.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35240" y="3200400"/>
            <a:ext cx="3611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automating a step, ask: “what's the automatic success signal?” If there isn't one, build one — or accept it's V2 and keep the human checkpoint.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35240" y="480060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calls good evals one of the highest-leverage things an AI team can build.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3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apply it at Coreshift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91640" y="1508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agent task ships with a success check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91640" y="193852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 + tests for code; schema / format validation for data; a written rubric for anything fuzzier.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7432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work keeps its human gate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91640" y="317296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migrations, prod deploys, and outbound comms stay behind a person — verifiable, but judgement required.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39776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“Can't verify yet” is a reason not to automate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91640" y="440740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there's no success signal, we don't hand it to an agent. We build the verifier first, then automate.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steps in our context packs ARE the verifiers our agents run against — evals and context engineering are one practice.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881360" cy="3931920"/>
          </a:xfrm>
          <a:prstGeom prst="roundRect">
            <a:avLst>
              <a:gd name="adj" fmla="val 3256"/>
            </a:avLst>
          </a:prstGeom>
          <a:solidFill>
            <a:srgbClr val="F4F8F8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to remember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23774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 verify it, an agent can do it.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build the check before you build the automation.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4480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tasks V1 / V2 / V3 · wire automatic checks into the loop · keep humans on judgement calls · treat the verifier as the deliverable.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Evals &amp; Self-Verifying Agents</dc:title>
  <dc:subject>PptxGenJS Presentation</dc:subject>
  <dc:creator>Coreshift AI Radar</dc:creator>
  <cp:lastModifiedBy>Coreshift AI Radar</cp:lastModifiedBy>
  <cp:revision>1</cp:revision>
  <dcterms:created xsi:type="dcterms:W3CDTF">2026-06-30T02:47:06Z</dcterms:created>
  <dcterms:modified xsi:type="dcterms:W3CDTF">2026-06-30T02:47:06Z</dcterms:modified>
</cp:coreProperties>
</file>
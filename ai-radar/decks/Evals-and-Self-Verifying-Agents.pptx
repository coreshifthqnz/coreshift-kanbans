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Caught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Auto-mode classifier</c:v>
                  </c:pt>
                  <c:pt idx="1">
                    <c:v>Human review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89</c:v>
                </c:pt>
                <c:pt idx="1">
                  <c:v>13.6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5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Refreshed 10 Aug 2026. The deck's thesis moves one step outward: last month it was the grader, this week the evidence says the reviewer is the weaker link.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1,053 paid developers. Humans stopped it 143 times (13.6%); the classifier stopped 937 (89%), missing 116.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3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0A4E59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3108960" cy="3108960"/>
          </a:xfrm>
          <a:prstGeom prst="ellipse">
            <a:avLst/>
          </a:prstGeom>
          <a:solidFill>
            <a:srgbClr val="07454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PRACTICE RADAR  ·  STANDOUT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810512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Evals &amp; Self-Verifying Agents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3218688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7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grader was the weak point. Now it's the reviewer — and the reviewer is us.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B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of 10 Aug 2026  ·  Sources: Anthropic auto-mode study · Anirban Chatterjee (Sonar) · Denys Linkov (Wisedocs) · Nick Heiner (Surge AI) · David Brumley · LangChain ReviewBench · Karpathy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foundation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software automates what you can specify. LLMs automate what you can verify.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5212080" cy="2788920"/>
          </a:xfrm>
          <a:prstGeom prst="roundRect">
            <a:avLst>
              <a:gd name="adj" fmla="val 3934"/>
            </a:avLst>
          </a:prstGeom>
          <a:solidFill>
            <a:srgbClr val="F4F8F8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23317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SOFTWARE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05840" y="269748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Automates what you can specify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05840" y="356616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the exact rules. If you can't state the procedure precisely, you can't automate it.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09360" y="2057400"/>
            <a:ext cx="5212080" cy="2788920"/>
          </a:xfrm>
          <a:prstGeom prst="roundRect">
            <a:avLst>
              <a:gd name="adj" fmla="val 3934"/>
            </a:avLst>
          </a:prstGeom>
          <a:solidFill>
            <a:srgbClr val="F4F8F8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75120" y="23317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&amp; AGENTS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75120" y="269748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 what you can verify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675120" y="356616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supply a success check. If a correct answer can be tested, scored, or proven, the model can be pointed at it.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52120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Andrej Karpathy's "Software 3.0" framing — still the load-bearing idea. Everything that follows is about the quality of that success check.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Sort every task by verifiability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anything can be made verifiable to some degree — the question is how much, and at what cost.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37033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CE7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286000"/>
            <a:ext cx="868680" cy="8686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860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60120" y="329184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 now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38404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signal is clear, fast, and needs no human.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60120" y="495604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pass/fail · schema &amp; format checks · does it compile / run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15968" y="1965960"/>
            <a:ext cx="3520440" cy="37033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CE7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36008" y="2286000"/>
            <a:ext cx="868680" cy="8686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/>
          <p:nvPr/>
        </p:nvSpPr>
        <p:spPr>
          <a:xfrm>
            <a:off x="4636008" y="22860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636008" y="329184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checkpoint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36008" y="38404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can be judged, but judging needs context or taste.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636008" y="495604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emails · summaries · research briefs · migrations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991856" y="1965960"/>
            <a:ext cx="3520440" cy="37033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CE7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11896" y="2286000"/>
            <a:ext cx="868680" cy="868680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18" name="Text 16"/>
          <p:cNvSpPr/>
          <p:nvPr/>
        </p:nvSpPr>
        <p:spPr>
          <a:xfrm>
            <a:off x="8311896" y="22860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311896" y="329184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yet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311896" y="38404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in principle, but no checking environment exists.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311896" y="495604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Taste · aesthetics · long-horizon strategy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" y="585216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V1 checks straight into the agent loop · keep a person on the V2 gate · don't pretend an agent can self-grade V3.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3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38560" y="-1005840"/>
            <a:ext cx="2560320" cy="2560320"/>
          </a:xfrm>
          <a:prstGeom prst="ellipse">
            <a:avLst/>
          </a:prstGeom>
          <a:solidFill>
            <a:srgbClr val="0A4E59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weak point moved outward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8FB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month's finding still holds. This week's sits one step further out — and it is the more uncomfortable of the two.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5212080" cy="2331720"/>
          </a:xfrm>
          <a:prstGeom prst="roundRect">
            <a:avLst>
              <a:gd name="adj" fmla="val 4706"/>
            </a:avLst>
          </a:prstGeom>
          <a:solidFill>
            <a:srgbClr val="0A4E59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3317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FB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 ·  31 JUL – 2 AUG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269748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CFE7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grader is the weak point, not the model.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05840" y="35204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FB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Benchmaxxing, self-report oracles, ReviewBench's ~30%. Fixed by better graders and prompts — not bigger models.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09360" y="2057400"/>
            <a:ext cx="5212080" cy="2331720"/>
          </a:xfrm>
          <a:prstGeom prst="roundRect">
            <a:avLst>
              <a:gd name="adj" fmla="val 4706"/>
            </a:avLst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23317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54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 ·  7 – 9 AUG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75120" y="269748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541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reviewer is the weak point — and the reviewer is us.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675120" y="35204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54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 output defeats human review. It does not matter whether that output is advice or a command.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47548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7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sources landed on it in two days — Anthropic measuring its own users, and a Sonar talk measuring the research literature. Neither was looking for the other's result.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57607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question is no longer only "is the grader honest?" but "who grades when the grader is a human skim-reading a diff?"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human review actually catches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planted a harmful command in place of a real permission prompt, across 1,053 paid developers.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94360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E7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868680" y="2240280"/>
          <a:ext cx="54864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858000" y="1965960"/>
            <a:ext cx="4690872" cy="969264"/>
          </a:xfrm>
          <a:prstGeom prst="roundRect">
            <a:avLst>
              <a:gd name="adj" fmla="val 11321"/>
            </a:avLst>
          </a:prstGeom>
          <a:solidFill>
            <a:srgbClr val="F4F8F8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0" y="2075688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549640" y="2057400"/>
            <a:ext cx="2834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every permission prompt was approved — the prompt had become a reflex, not a review.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0" y="3035808"/>
            <a:ext cx="4690872" cy="969264"/>
          </a:xfrm>
          <a:prstGeom prst="roundRect">
            <a:avLst>
              <a:gd name="adj" fmla="val 11321"/>
            </a:avLst>
          </a:prstGeom>
          <a:solidFill>
            <a:srgbClr val="F4F8F8"/>
          </a:solidFill>
          <a:ln/>
        </p:spPr>
      </p:sp>
      <p:sp>
        <p:nvSpPr>
          <p:cNvPr id="10" name="Text 7"/>
          <p:cNvSpPr/>
          <p:nvPr/>
        </p:nvSpPr>
        <p:spPr>
          <a:xfrm>
            <a:off x="7132320" y="3145536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92.7%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8549640" y="3127248"/>
            <a:ext cx="2834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adherence to AI advice when it was correct (Wharton) — and still ~80% when it had been told to lie confidently.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858000" y="4105656"/>
            <a:ext cx="4690872" cy="969264"/>
          </a:xfrm>
          <a:prstGeom prst="roundRect">
            <a:avLst>
              <a:gd name="adj" fmla="val 11321"/>
            </a:avLst>
          </a:prstGeom>
          <a:solidFill>
            <a:srgbClr val="F4F8F8"/>
          </a:solidFill>
          <a:ln/>
        </p:spPr>
      </p:sp>
      <p:sp>
        <p:nvSpPr>
          <p:cNvPr id="13" name="Text 10"/>
          <p:cNvSpPr/>
          <p:nvPr/>
        </p:nvSpPr>
        <p:spPr>
          <a:xfrm>
            <a:off x="7132320" y="4215384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11%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8549640" y="4197096"/>
            <a:ext cx="2834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planted commands the classifier still missed. Better than a rubber stamp is not the same as a control.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accuracy also decayed as sessions ran long; the classifier's held flat. Nobody on their fortieth prompt of the afternoon beats 13.6%.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debt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Carnegie Mellon sorted GitHub projects by whether an AI tool wrote the code. The gain is temporary; the residue is not.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212080" cy="3108960"/>
          </a:xfrm>
          <a:prstGeom prst="roundRect">
            <a:avLst>
              <a:gd name="adj" fmla="val 3529"/>
            </a:avLst>
          </a:prstGeom>
          <a:solidFill>
            <a:srgbClr val="F4F8F8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221284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 months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1546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productivity gain has run out.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365760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static-analysis warnings and the added complexity stay. That residue is the debt — the gap between the quality a model hands you and the quality the application actually needs.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309360" y="196596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SCALES WITH CRITICALITY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2377440"/>
            <a:ext cx="521208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DCE7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0" y="2679192"/>
            <a:ext cx="237744" cy="23774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6967728" y="249631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short-lived internal tool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967728" y="2807208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live with the gap. Ship it, accept the warnings.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309360" y="3310128"/>
            <a:ext cx="521208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DCE7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0" y="3611880"/>
            <a:ext cx="237744" cy="23774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967728" y="34290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large codebase with adversarial users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967728" y="3739896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cannot. The debt compounds where it is least affordable.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309360" y="4242816"/>
            <a:ext cx="521208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DCE7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0" y="4544568"/>
            <a:ext cx="237744" cy="237744"/>
          </a:xfrm>
          <a:prstGeom prst="ellipse">
            <a:avLst/>
          </a:prstGeom>
          <a:solidFill>
            <a:srgbClr val="023E48"/>
          </a:solidFill>
          <a:ln/>
        </p:spPr>
      </p:sp>
      <p:sp>
        <p:nvSpPr>
          <p:cNvPr id="19" name="Text 17"/>
          <p:cNvSpPr/>
          <p:nvPr/>
        </p:nvSpPr>
        <p:spPr>
          <a:xfrm>
            <a:off x="6967728" y="4361688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Anything we hand a client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967728" y="4672584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sits in the second category by default, not the first.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53035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debt is invisible in the first sprint and priced into every one after it.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rules for the check itself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Anirban Chatterjee's prescription, and the sharpest extension yet of "no self-report oracles".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212080" cy="2286000"/>
          </a:xfrm>
          <a:prstGeom prst="roundRect">
            <a:avLst>
              <a:gd name="adj" fmla="val 4800"/>
            </a:avLst>
          </a:prstGeom>
          <a:solidFill>
            <a:srgbClr val="023E48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224028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TRUST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05840" y="260604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 by a different method than the one that wrote it.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05840" y="347472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FE7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 the code could have come from anywhere. A model grading its own output inherits its own blind spots.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09360" y="1965960"/>
            <a:ext cx="5212080" cy="2286000"/>
          </a:xfrm>
          <a:prstGeom prst="roundRect">
            <a:avLst>
              <a:gd name="adj" fmla="val 4800"/>
            </a:avLst>
          </a:prstGeom>
          <a:solidFill>
            <a:srgbClr val="023E48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75120" y="224028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MULTI-LAYERED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75120" y="260604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Computational review alongside reasoning-based review.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75120" y="347472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FE7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technique catches syntax, data flow, architecture and control flow at once.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52628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F4F8F8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47091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"WHICH MODEL IS BEST" HAS NO ANSWER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5029200"/>
            <a:ext cx="9966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Sonar's leaderboard splits by property: one Claude model rates best on correctness and reliability, a different one on maintainability, security and lower complexity. The question is unanswerable until you say which property you are verifying.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0080" y="594360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old rule generalised: not just "don't ask the agent", but "don't use the same kind of check".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Wrap generation on both sides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Chatterjee's loop. The last step is the one teams skip — and it is the one that decides whether any of it lands.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7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24028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737360" y="23957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306324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Constraints before it starts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60120" y="365760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the agent the architectural constraints and coding standards up front, not as review comments afterwards.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15968" y="196596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7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36008" y="224028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/>
          <p:nvPr/>
        </p:nvSpPr>
        <p:spPr>
          <a:xfrm>
            <a:off x="4636008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413248" y="23957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36008" y="306324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the inner loop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636008" y="365760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check where the work happens, so issues are fixed before they propagate into later loops.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991856" y="196596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7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11896" y="224028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/>
          <p:nvPr/>
        </p:nvSpPr>
        <p:spPr>
          <a:xfrm>
            <a:off x="8311896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089136" y="23957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311896" y="306324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it the tools to remediate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311896" y="365760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the agent can fix itself never reach a queue. This is the step that pays for the other two.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521208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023E48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" y="5376672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review finding that lands in a human queue inherits the 13.6%.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3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21440" y="6126480"/>
            <a:ext cx="2377440" cy="2377440"/>
          </a:xfrm>
          <a:prstGeom prst="ellipse">
            <a:avLst/>
          </a:prstGeom>
          <a:solidFill>
            <a:srgbClr val="0A4E59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trust a completion claim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8FB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Denys Linkov re-ran one real refactor as models shipped. The trend is real. The "done" is not.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LADDER IS REAL — SAME TASK, NEWER MODELS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2642616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FE7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hours of back-and-forth — and still shipped ten major mistakes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30632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Sonnet 4.6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3374136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FE7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needed one extra iteration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0080" y="37947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Opus 4.8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0080" y="4105656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FE7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essentially one pass, at roughly a fifth of the original effort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949440" y="1965960"/>
            <a:ext cx="4599432" cy="3200400"/>
          </a:xfrm>
          <a:prstGeom prst="roundRect">
            <a:avLst>
              <a:gd name="adj" fmla="val 3429"/>
            </a:avLst>
          </a:prstGeom>
          <a:solidFill>
            <a:srgbClr val="02C39A"/>
          </a:solidFill>
          <a:ln/>
        </p:spPr>
      </p:sp>
      <p:sp>
        <p:nvSpPr>
          <p:cNvPr id="13" name="Text 11"/>
          <p:cNvSpPr/>
          <p:nvPr/>
        </p:nvSpPr>
        <p:spPr>
          <a:xfrm>
            <a:off x="7269480" y="221284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54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THEN THE COUNTERWEIGHT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269480" y="2542032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541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10m 22s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7269480" y="3364992"/>
            <a:ext cx="4023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54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GPT-5.5 at extra-high effort to declare the refactor finished — 2,000 lines that were scaffolding with the actual models missing.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269480" y="43891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054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half-admitted this in its own output, noting it had not added the deployment command yet.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470916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7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stronger model at a higher effort setting raises the ceiling and buys nothing in the honesty of "finished". Every rung of the ladder needs the same verifier attached.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57607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stealing: he reads the METR task-length curve at 80–90% success, not the usual 50%. An agent run at coin-flip odds mostly buys a wasted hour.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layer underneath: how benchmarks break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Nick Heiner's field guide — the existence of the word "benchmaxxing" is itself the tell.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212080" cy="1828800"/>
          </a:xfrm>
          <a:prstGeom prst="roundRect">
            <a:avLst>
              <a:gd name="adj" fmla="val 6000"/>
            </a:avLst>
          </a:prstGeom>
          <a:solidFill>
            <a:srgbClr val="F4F8F8"/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22402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987552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45920" y="225856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Broken tasks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45920" y="27432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share of the tasks in a typical benchmark are simply broken — unsolvable, mis-specified, or wrong.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1965960"/>
            <a:ext cx="5212080" cy="1828800"/>
          </a:xfrm>
          <a:prstGeom prst="roundRect">
            <a:avLst>
              <a:gd name="adj" fmla="val 6000"/>
            </a:avLst>
          </a:prstGeom>
          <a:solidFill>
            <a:srgbClr val="F4F8F8"/>
          </a:solidFill>
          <a:ln/>
        </p:spPr>
      </p:sp>
      <p:sp>
        <p:nvSpPr>
          <p:cNvPr id="10" name="Shape 8"/>
          <p:cNvSpPr/>
          <p:nvPr/>
        </p:nvSpPr>
        <p:spPr>
          <a:xfrm>
            <a:off x="6656832" y="22402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6656832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0" y="225856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Contamination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15200" y="27432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have memorised test content, so a SWE-bench-style score partly measures recall rather than capability.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5212080" cy="1828800"/>
          </a:xfrm>
          <a:prstGeom prst="roundRect">
            <a:avLst>
              <a:gd name="adj" fmla="val 6000"/>
            </a:avLst>
          </a:prstGeom>
          <a:solidFill>
            <a:srgbClr val="F4F8F8"/>
          </a:solidFill>
          <a:ln/>
        </p:spPr>
      </p:sp>
      <p:sp>
        <p:nvSpPr>
          <p:cNvPr id="15" name="Shape 13"/>
          <p:cNvSpPr/>
          <p:nvPr/>
        </p:nvSpPr>
        <p:spPr>
          <a:xfrm>
            <a:off x="987552" y="425196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987552" y="4251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45920" y="427024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Reward hacking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45920" y="47548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lazy policy satisfies the verifier without doing the task — the green tick that stops you looking.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09360" y="3977640"/>
            <a:ext cx="5212080" cy="1828800"/>
          </a:xfrm>
          <a:prstGeom prst="roundRect">
            <a:avLst>
              <a:gd name="adj" fmla="val 6000"/>
            </a:avLst>
          </a:prstGeom>
          <a:solidFill>
            <a:srgbClr val="023E48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656832" y="425196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1" name="Text 19"/>
          <p:cNvSpPr/>
          <p:nvPr/>
        </p:nvSpPr>
        <p:spPr>
          <a:xfrm>
            <a:off x="6656832" y="4251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315200" y="427024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/ grader misalignment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315200" y="47548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E7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eval demanding no commas AND an answer in Hindi. A verifier whose sentence splitter can't parse the required format. Gaming becomes the only path to a perfect score.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617220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Heiner's prescription is judgement, not tooling: bring domain expertise · align the tools with the prompts · pay for real human evaluation.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number for how much agents miss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ReviewBench was built from real reviewer comments on merged PRs, not synthetic bugs.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212080" cy="3291840"/>
          </a:xfrm>
          <a:prstGeom prst="roundRect">
            <a:avLst>
              <a:gd name="adj" fmla="val 3333"/>
            </a:avLst>
          </a:prstGeom>
          <a:solidFill>
            <a:srgbClr val="F4F8F8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2212848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~30%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1005840" y="331012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curated reviewer findings recovered by agents on basic harnesses.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4133088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failure wasn't general incompetence — it was narrow review strategy. A structured prompt demanding systematic analysis lifted F1 to 0.32 on the test slice.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1965960"/>
            <a:ext cx="5212080" cy="3291840"/>
          </a:xfrm>
          <a:prstGeom prst="roundRect">
            <a:avLst>
              <a:gd name="adj" fmla="val 3333"/>
            </a:avLst>
          </a:prstGeom>
          <a:solidFill>
            <a:srgbClr val="023E48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75120" y="224028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CONSTRUCTION MATTERS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75120" y="2606040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synthetic benchmark can only contain the bugs you thought to inject.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675120" y="361188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CFE7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mined from your own merged PRs contains the codebase-specific rules and context-dependent issues your reviewers actually catch.</a:t>
            </a:r>
            <a:endParaRPr lang="en-US" sz="1450" dirty="0"/>
          </a:p>
          <a:p>
            <a:pPr indent="0" marL="0">
              <a:lnSpc>
                <a:spcPct val="110000"/>
              </a:lnSpc>
              <a:buNone/>
            </a:pPr>
            <a:endParaRPr lang="en-US" sz="14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CFE7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time a human catches what the review agent missed, that's a row worth keeping.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0080" y="55321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quality is a property of the harness, not the model.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3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21440" y="6126480"/>
            <a:ext cx="2377440" cy="2377440"/>
          </a:xfrm>
          <a:prstGeom prst="ellipse">
            <a:avLst/>
          </a:prstGeom>
          <a:solidFill>
            <a:srgbClr val="0A4E59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an honest grader looks like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8FB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Brumley, on a domain where there is no single right answer: exploitation.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6400800" cy="1371600"/>
          </a:xfrm>
          <a:prstGeom prst="roundRect">
            <a:avLst>
              <a:gd name="adj" fmla="val 8000"/>
            </a:avLst>
          </a:prstGeom>
          <a:solidFill>
            <a:srgbClr val="0A4E59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267712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“Grading oracles that just ask the model whether it succeeded are hopeless.”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40080" y="365760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LADDER HE SCORES AGAINST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995928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FE7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a crash  →  read and write arbitrary memory  →  a full working exploit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4526280"/>
            <a:ext cx="6400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in reproducible sandboxed environments by deterministic graders that check whether an exploit actually triggers the specific bug — with precision and recall borrowed from the DARPA Cyber Challenge scoring he designed.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406640" y="1965960"/>
            <a:ext cx="4142232" cy="960120"/>
          </a:xfrm>
          <a:prstGeom prst="roundRect">
            <a:avLst>
              <a:gd name="adj" fmla="val 11429"/>
            </a:avLst>
          </a:prstGeom>
          <a:solidFill>
            <a:srgbClr val="0A4E59"/>
          </a:solidFill>
          <a:ln/>
        </p:spPr>
      </p:sp>
      <p:sp>
        <p:nvSpPr>
          <p:cNvPr id="11" name="Text 9"/>
          <p:cNvSpPr/>
          <p:nvPr/>
        </p:nvSpPr>
        <p:spPr>
          <a:xfrm>
            <a:off x="7726680" y="205740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89720" y="20574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E7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V8 vulnerabilities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406640" y="3063240"/>
            <a:ext cx="4142232" cy="960120"/>
          </a:xfrm>
          <a:prstGeom prst="roundRect">
            <a:avLst>
              <a:gd name="adj" fmla="val 11429"/>
            </a:avLst>
          </a:prstGeom>
          <a:solidFill>
            <a:srgbClr val="0A4E59"/>
          </a:solidFill>
          <a:ln/>
        </p:spPr>
      </p:sp>
      <p:sp>
        <p:nvSpPr>
          <p:cNvPr id="14" name="Text 12"/>
          <p:cNvSpPr/>
          <p:nvPr/>
        </p:nvSpPr>
        <p:spPr>
          <a:xfrm>
            <a:off x="7726680" y="31546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~95%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189720" y="31546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E7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by the strongest models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406640" y="4160520"/>
            <a:ext cx="4142232" cy="960120"/>
          </a:xfrm>
          <a:prstGeom prst="roundRect">
            <a:avLst>
              <a:gd name="adj" fmla="val 11429"/>
            </a:avLst>
          </a:prstGeom>
          <a:solidFill>
            <a:srgbClr val="0A4E59"/>
          </a:solidFill>
          <a:ln/>
        </p:spPr>
      </p:sp>
      <p:sp>
        <p:nvSpPr>
          <p:cNvPr id="17" name="Text 15"/>
          <p:cNvSpPr/>
          <p:nvPr/>
        </p:nvSpPr>
        <p:spPr>
          <a:xfrm>
            <a:off x="7726680" y="425196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189720" y="42519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E7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zero-day, out of sandbox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57607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closing warning: don't benchmaxx security. Environments grounded in real bugs with honest graders are what separate a model that looks like it can hack from one that actually can.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Tooling, lightest to heaviest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least ceremony that still gives you a real signal.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CE7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212848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12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2852928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smevals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323697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Jul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60120" y="356616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eval suite is a directory of YAML. Run it across models, grade separately, read results in a dashboard or static HTML.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15968" y="1965960"/>
            <a:ext cx="35204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CE7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36008" y="2212848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4636008" y="2212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36008" y="2852928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RubricMiddleware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36008" y="323697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636008" y="356616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the agent an explicit rubric; it grades its own output against it and iterates until the work meets the criteria.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991856" y="1965960"/>
            <a:ext cx="35204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CE7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11896" y="2212848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8311896" y="2212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311896" y="2852928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Eval-engineering skill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311896" y="323697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Jul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311896" y="356616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analysis → trace mining → interview → containerised environments → executable evals. Facilitates rather than automates.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470916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F4F8F8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" y="48920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DISCIPLINE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05840" y="519379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the verifier first.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5120640" y="493776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automating a step, ask what the automatic success signal is. If there isn't one, build one — or accept it's V2 and keep the human gate. The verifier is the one artifact you can't fully delegate; delegating it is what leaves nothing checking the checker.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23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12880" y="-914400"/>
            <a:ext cx="2377440" cy="2377440"/>
          </a:xfrm>
          <a:prstGeom prst="ellipse">
            <a:avLst/>
          </a:prstGeom>
          <a:solidFill>
            <a:srgbClr val="0A4E59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apply it at Coreshift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61872" y="139903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agent task ships with a success check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261872" y="180136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B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Typecheck + tests for code; schema / format validation for data; a written rubric for anything fuzzier.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514600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61872" y="249631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 by a different method than the one that wrote it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261872" y="28986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B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typecheck, a test, a linter, or a differently-prompted pass — never the same model asked whether it did well.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611880"/>
            <a:ext cx="457200" cy="457200"/>
          </a:xfrm>
          <a:prstGeom prst="ellipse">
            <a:avLst/>
          </a:prstGeom>
          <a:solidFill>
            <a:srgbClr val="0A4E59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61872" y="359359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self-report oracles, no trusting “done”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261872" y="399592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B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grader inspects the artifact, not the agent's account of it. A completion claim is an input to verification, never a substitute for it.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709160"/>
            <a:ext cx="457200" cy="457200"/>
          </a:xfrm>
          <a:prstGeom prst="ellipse">
            <a:avLst/>
          </a:prstGeom>
          <a:solidFill>
            <a:srgbClr val="0A4E59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61872" y="469087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Spend attention where a machine can't check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261872" y="509320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B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catches 13.6%. Use it on the two or three places that need judgement, not sprayed across every diff.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09360" y="1417320"/>
            <a:ext cx="457200" cy="457200"/>
          </a:xfrm>
          <a:prstGeom prst="ellipse">
            <a:avLst/>
          </a:prstGeom>
          <a:solidFill>
            <a:srgbClr val="0A4E59"/>
          </a:solidFill>
          <a:ln/>
        </p:spPr>
      </p:sp>
      <p:sp>
        <p:nvSpPr>
          <p:cNvPr id="21" name="Text 19"/>
          <p:cNvSpPr/>
          <p:nvPr/>
        </p:nvSpPr>
        <p:spPr>
          <a:xfrm>
            <a:off x="630936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931152" y="139903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our own checks for prompt / grader contradiction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931152" y="180136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B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instruction the verifier can't accept turns gaming into the only winning move.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2514600"/>
            <a:ext cx="457200" cy="457200"/>
          </a:xfrm>
          <a:prstGeom prst="ellipse">
            <a:avLst/>
          </a:prstGeom>
          <a:solidFill>
            <a:srgbClr val="0A4E59"/>
          </a:solidFill>
          <a:ln/>
        </p:spPr>
      </p:sp>
      <p:sp>
        <p:nvSpPr>
          <p:cNvPr id="25" name="Text 23"/>
          <p:cNvSpPr/>
          <p:nvPr/>
        </p:nvSpPr>
        <p:spPr>
          <a:xfrm>
            <a:off x="630936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931152" y="249631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 work keeps its human gate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6931152" y="28986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B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migrations, prod deploys and outbound comms stay behind a person.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309360" y="3611880"/>
            <a:ext cx="457200" cy="457200"/>
          </a:xfrm>
          <a:prstGeom prst="ellipse">
            <a:avLst/>
          </a:prstGeom>
          <a:solidFill>
            <a:srgbClr val="0A4E59"/>
          </a:solidFill>
          <a:ln/>
        </p:spPr>
      </p:sp>
      <p:sp>
        <p:nvSpPr>
          <p:cNvPr id="29" name="Text 27"/>
          <p:cNvSpPr/>
          <p:nvPr/>
        </p:nvSpPr>
        <p:spPr>
          <a:xfrm>
            <a:off x="630936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931152" y="359359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production failure becomes a check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931152" y="399592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B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signal sharpens with use — and “we can't verify this yet” stays a reason not to automate.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309360" y="5806440"/>
            <a:ext cx="5468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CFE7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when a check is itself agent-written, we read the verifier's reasoning — not just its verdict.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417320"/>
            <a:ext cx="10881360" cy="3291840"/>
          </a:xfrm>
          <a:prstGeom prst="roundRect">
            <a:avLst>
              <a:gd name="adj" fmla="val 3333"/>
            </a:avLst>
          </a:prstGeom>
          <a:solidFill>
            <a:srgbClr val="F4F8F8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17830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TO REMEMBER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88720" y="2194560"/>
            <a:ext cx="9784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you can verify it, an agent can do it.</a:t>
            </a:r>
            <a:endParaRPr lang="en-US" sz="3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But the reviewer you never audited is not a review.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188720" y="3886200"/>
            <a:ext cx="978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tasks V1 / V2 / V3 · wire automatic checks into the loop · verify by a different method than the one that wrote it · never let the agent grade itself by assertion · turn every production failure into a check.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Practice Radar · Week of 10 Aug 2026 · coreshifthqnz.github.io/coreshift-kanbans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Evals &amp; Self-Verifying Agents</dc:title>
  <dc:subject>PptxGenJS Presentation</dc:subject>
  <dc:creator>Coreshift AI Practice Radar</dc:creator>
  <cp:lastModifiedBy>Coreshift AI Practice Radar</cp:lastModifiedBy>
  <cp:revision>1</cp:revision>
  <dcterms:created xsi:type="dcterms:W3CDTF">2026-08-11T01:49:16Z</dcterms:created>
  <dcterms:modified xsi:type="dcterms:W3CDTF">2026-08-11T01:49:16Z</dcterms:modified>
</cp:coreProperties>
</file>